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sldIdLst>
    <p:sldId id="256" r:id="rId2"/>
    <p:sldId id="265" r:id="rId3"/>
    <p:sldId id="257" r:id="rId4"/>
    <p:sldId id="258" r:id="rId5"/>
    <p:sldId id="266" r:id="rId6"/>
    <p:sldId id="259" r:id="rId7"/>
    <p:sldId id="260" r:id="rId8"/>
    <p:sldId id="267" r:id="rId9"/>
    <p:sldId id="261" r:id="rId10"/>
    <p:sldId id="262" r:id="rId11"/>
    <p:sldId id="268" r:id="rId12"/>
    <p:sldId id="271" r:id="rId13"/>
    <p:sldId id="263" r:id="rId14"/>
    <p:sldId id="270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1C149-33AD-4D61-BAFD-9EA876DA07F5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1A0DB-367A-4F83-8528-231EC66A68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6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6BDC7E-92F7-4FF1-9200-C33B17BA2311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49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A338-3AC7-48E3-95F5-D8291E50026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27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8C78C-55D5-4880-A4E3-571474BCB330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60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1BA7-5CA9-47D3-8902-2CBD74910A36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28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EC9ED-FF27-457D-9E4D-5CC361F0BD38}" type="datetime1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7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F96D-4C52-4BEC-BEC9-B478A0E6B4ED}" type="datetime1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59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E10A7-9245-43C6-8E58-9C67A67390E6}" type="datetime1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72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BE68-4051-427A-873B-8646900672D9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4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33F-C774-44AD-8548-AD06751697A0}" type="datetime1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30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D4CE-2A6B-47D8-90BE-5B0B20F7386B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1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3A6E-79AF-4D6D-8619-E109F10FF27F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91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509E0C2-56AD-4D2E-AB13-B25BB7C2E9E5}" type="datetime1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C8FCEF1-85D0-4093-9E14-CBA5435A24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64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gauthamp10/google-playstore-app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knamitha/Data-Analytics-main-projects" TargetMode="External"/><Relationship Id="rId2" Type="http://schemas.openxmlformats.org/officeDocument/2006/relationships/hyperlink" Target="mailto:www.linkedin.com/in/namitha-k-a370a3273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CCB3-2B1C-A1E8-DCBD-52E7E05AC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71" y="1533191"/>
            <a:ext cx="10746658" cy="139585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Google </a:t>
            </a:r>
            <a:r>
              <a:rPr lang="en-IN" sz="3600" b="1" dirty="0" err="1">
                <a:solidFill>
                  <a:srgbClr val="C0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Playstore</a:t>
            </a:r>
            <a:r>
              <a:rPr lang="en-IN" sz="3600" b="1" dirty="0">
                <a:solidFill>
                  <a:srgbClr val="C0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– Apps Maintenance &amp; </a:t>
            </a:r>
            <a:r>
              <a:rPr lang="en-IN" sz="3600" b="1" dirty="0" err="1">
                <a:solidFill>
                  <a:srgbClr val="C0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Marketting</a:t>
            </a:r>
            <a:r>
              <a:rPr lang="en-IN" sz="3600" b="1" dirty="0">
                <a:solidFill>
                  <a:srgbClr val="C0000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3A2A7-8C42-3161-8258-06563BA0D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0645" y="3194741"/>
            <a:ext cx="9144000" cy="46851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</a:rPr>
              <a:t>Power BI Dashboard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EAD7D-D8F1-1B3B-BA9E-CB16AEF4C2D3}"/>
              </a:ext>
            </a:extLst>
          </p:cNvPr>
          <p:cNvSpPr txBox="1"/>
          <p:nvPr/>
        </p:nvSpPr>
        <p:spPr>
          <a:xfrm>
            <a:off x="9437643" y="5590505"/>
            <a:ext cx="2615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Name: Namitha 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5DCE3-BFCF-F4D9-AD20-73E1B53468D3}"/>
              </a:ext>
            </a:extLst>
          </p:cNvPr>
          <p:cNvSpPr txBox="1"/>
          <p:nvPr/>
        </p:nvSpPr>
        <p:spPr>
          <a:xfrm>
            <a:off x="9437643" y="5924387"/>
            <a:ext cx="1955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97049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E75D-8305-376A-0EDF-E98FC35C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68"/>
            <a:ext cx="10515600" cy="62926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241978-A54C-9E47-0560-F0DC890A6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8"/>
            <a:ext cx="10515600" cy="51839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Google Play Store contains a wide variety of applications across multiple categories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Understanding category-wise app distribution helps identify market saturation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Install trends indicate user demand and popularity of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Ratings and review counts reflect user satisfaction and app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comparison of free vs paid apps highlights monetization strategies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Update trends over time show the importance of app maintenance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This Power BI dashboard provides interactive insights to support data-driven decisions</a:t>
            </a: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30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B3CA-5512-BF18-0230-76FBBA41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088"/>
            <a:ext cx="10515600" cy="777875"/>
          </a:xfrm>
        </p:spPr>
        <p:txBody>
          <a:bodyPr/>
          <a:lstStyle/>
          <a:p>
            <a:r>
              <a:rPr lang="en-IN" b="1" u="sng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8EA5-B89D-D7F2-CCD6-6F832EE8E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963"/>
            <a:ext cx="10515600" cy="5221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analyse the google </a:t>
            </a:r>
            <a:r>
              <a:rPr lang="en-IN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playstore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application.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check app distribution over Categories.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study user behaviour towards Install &amp; Ratings.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evaluate Free Vs Paid apps.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IN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bulid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interactive dashboard using Power BI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72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263C-E278-8240-0D0D-9B9F07F7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7"/>
            <a:ext cx="10515600" cy="765585"/>
          </a:xfrm>
        </p:spPr>
        <p:txBody>
          <a:bodyPr/>
          <a:lstStyle/>
          <a:p>
            <a:r>
              <a:rPr lang="en-IN" b="1" u="sng" dirty="0"/>
              <a:t>Data 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F5DE-8223-5DA1-F526-B20771A1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561"/>
            <a:ext cx="10515600" cy="569646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900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Set Details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Source : Google </a:t>
            </a:r>
            <a:r>
              <a:rPr lang="en-IN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Playstore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Total Records : ~2.3 Million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 Columns : App Id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App Name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Categories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Installs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Ratings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Rating Count / Reviews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Free Apps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Paid Apps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Content Rating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Last Date Updated</a:t>
            </a:r>
          </a:p>
          <a:p>
            <a:pPr marL="0" indent="0">
              <a:buNone/>
            </a:pPr>
            <a:r>
              <a:rPr lang="en-IN" sz="2400" dirty="0"/>
              <a:t>                              </a:t>
            </a:r>
          </a:p>
          <a:p>
            <a:pPr marL="0" indent="0">
              <a:buNone/>
            </a:pPr>
            <a:r>
              <a:rPr lang="en-IN" sz="2400" dirty="0"/>
              <a:t>                              </a:t>
            </a:r>
          </a:p>
          <a:p>
            <a:pPr marL="0" indent="0">
              <a:buNone/>
            </a:pPr>
            <a:r>
              <a:rPr lang="en-IN" sz="2400" dirty="0"/>
              <a:t>                             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9BA63-AB52-32B0-2930-5AAC0A26E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639" y="1061883"/>
            <a:ext cx="7057103" cy="522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2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52F6-1179-2DDE-411C-4599B462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8" y="255639"/>
            <a:ext cx="11147323" cy="550605"/>
          </a:xfrm>
        </p:spPr>
        <p:txBody>
          <a:bodyPr>
            <a:noAutofit/>
          </a:bodyPr>
          <a:lstStyle/>
          <a:p>
            <a:r>
              <a:rPr lang="en-IN" b="1" u="sng" dirty="0"/>
              <a:t>Dataset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F063C1-0701-C879-EA1F-F48B01748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18" y="806244"/>
            <a:ext cx="11627427" cy="5936011"/>
          </a:xfrm>
        </p:spPr>
      </p:pic>
    </p:spTree>
    <p:extLst>
      <p:ext uri="{BB962C8B-B14F-4D97-AF65-F5344CB8AC3E}">
        <p14:creationId xmlns:p14="http://schemas.microsoft.com/office/powerpoint/2010/main" val="2254763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68B5-56FE-F8D1-5FDB-35F0CED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6"/>
            <a:ext cx="10515600" cy="913068"/>
          </a:xfrm>
        </p:spPr>
        <p:txBody>
          <a:bodyPr/>
          <a:lstStyle/>
          <a:p>
            <a:r>
              <a:rPr lang="en-IN" b="1" u="sng" dirty="0"/>
              <a:t>Tools &amp;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F922-D60A-B7EC-20CF-882DE936F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647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Tools Used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Power BI : It is a data visualisation tool used to show the operations in charts form ,raw data    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meaningfull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Power Query Editor : It is the place where we transforms the data ,clean the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DAX Measures &amp; Calculations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Notebook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Techniques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Transformations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KPI Calculations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Visual Analytics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Interactive Slicers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Cleaning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>
              <a:buFont typeface="Wingdings" panose="05000000000000000000" pitchFamily="2" charset="2"/>
              <a:buChar char="q"/>
            </a:pPr>
            <a:endParaRPr lang="en-IN" u="sng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019E1D8-75B2-5676-DE3A-BAB817F0F919}"/>
              </a:ext>
            </a:extLst>
          </p:cNvPr>
          <p:cNvSpPr/>
          <p:nvPr/>
        </p:nvSpPr>
        <p:spPr>
          <a:xfrm>
            <a:off x="10736826" y="1473508"/>
            <a:ext cx="235974" cy="1278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97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39AC-26F0-61E8-AD21-55653D8C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81"/>
            <a:ext cx="10515600" cy="893402"/>
          </a:xfrm>
        </p:spPr>
        <p:txBody>
          <a:bodyPr>
            <a:normAutofit/>
          </a:bodyPr>
          <a:lstStyle/>
          <a:p>
            <a:r>
              <a:rPr lang="en-IN" b="1" u="sng" dirty="0"/>
              <a:t>Analysis Criteria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FF5DE-B515-2A4C-6C5F-1C55B3C3E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3"/>
            <a:ext cx="10515600" cy="51150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Total Apps by Category – to identify market saturation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Total Installs by Category – to understand user demand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Average Rating by Category – to measure app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Rating vs Installs – to </a:t>
            </a:r>
            <a:r>
              <a:rPr lang="en-IN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user engagement 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Free vs Paid Apps – to study monetization strategies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Apps Updated Over Time – to understand maintenance trends</a:t>
            </a: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3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15DF-B2EA-2106-A17E-8300100F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168479"/>
            <a:ext cx="10960510" cy="952397"/>
          </a:xfrm>
        </p:spPr>
        <p:txBody>
          <a:bodyPr/>
          <a:lstStyle/>
          <a:p>
            <a:r>
              <a:rPr lang="en-IN" b="1" u="sng" dirty="0"/>
              <a:t>Connections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7C3C3B-7342-841A-8DC1-14AB99225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1268361"/>
            <a:ext cx="11356258" cy="5240593"/>
          </a:xfrm>
        </p:spPr>
      </p:pic>
    </p:spTree>
    <p:extLst>
      <p:ext uri="{BB962C8B-B14F-4D97-AF65-F5344CB8AC3E}">
        <p14:creationId xmlns:p14="http://schemas.microsoft.com/office/powerpoint/2010/main" val="1817765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9D02-7658-B365-62DE-204816EE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9"/>
            <a:ext cx="10515600" cy="962229"/>
          </a:xfrm>
        </p:spPr>
        <p:txBody>
          <a:bodyPr>
            <a:normAutofit/>
          </a:bodyPr>
          <a:lstStyle/>
          <a:p>
            <a:r>
              <a:rPr lang="en-IN" b="1" u="sng" dirty="0"/>
              <a:t>Charts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6C59-EA8F-93D3-6ECF-38343ED4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KPI’s : To get the overall performance of the app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Stacked Bar Chart : Used to compare application distribution across categories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Clustered Column Chart : Used to analyse Total installs by Category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Donut Chart :Used to shoe the proportion of free apps Vs paid apps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Line Chart : Used to analyse apps updated over time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Slicer :Used to filter data by category, content rating, app type( free /paid), and year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Scatter Chart : Used to analyse the relationships between ratings and installs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Table :Used to display category-wise ratings and app details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Line &amp; Stacked Column Chart :Used to compare installs and ratings together by category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74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B9F8-E5C1-1AE6-6140-EF79D7275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4"/>
            <a:ext cx="10515600" cy="883572"/>
          </a:xfrm>
        </p:spPr>
        <p:txBody>
          <a:bodyPr/>
          <a:lstStyle/>
          <a:p>
            <a:r>
              <a:rPr lang="en-IN" b="1" u="sng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CD7D-284E-B976-5531-1245B8A3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5"/>
            <a:ext cx="10515600" cy="5775121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Apps by Category Analysis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Education &amp; Business in high demand.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Tools &amp; Entertainment dominate the installs.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 &amp; User Engagement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Higher installs generally correlate with higher ratings.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 low-install apps still maintain high ratings.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Monetization Analysis</a:t>
            </a:r>
            <a:endParaRPr lang="en-IN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Majority of apps are Free Apps.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Paid apps form a smaller percentage.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 apps rely on ads &amp; in-app purchases.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Install &amp; Maintenance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Popular categories show consistent updates.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Frequently updated apps gain better engagement.</a:t>
            </a:r>
            <a:endParaRPr lang="en-IN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89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272E1-1CBC-ABA7-DF7A-2CFFD06C9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2" t="20934" r="23467" b="7124"/>
          <a:stretch>
            <a:fillRect/>
          </a:stretch>
        </p:blipFill>
        <p:spPr>
          <a:xfrm>
            <a:off x="363795" y="334297"/>
            <a:ext cx="11543070" cy="623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8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7234-1A17-B1F6-DDE7-E90D8F04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095"/>
            <a:ext cx="10515600" cy="665982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A2DF8-A675-9786-AD58-3725D447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7"/>
            <a:ext cx="10515600" cy="58918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analysis can be enhanced by adding time-based trends to study seasonal growth in app installs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User sentiment analysis from app reviews text can be included to better understand user feedback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Revenue-related fields such as in-app purchases and ad earnings can be integrated for deeper monetization insights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Predictive analysis can be implemented to forecast future installs and ratings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Country-wise or region-wise analysis can be added to understand geographical app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App update frequency can be analyzed to measure its direct impact on ratings and installs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Advanced Power BI features such as drill-through and bookmarks can be used  for deeper exploration</a:t>
            </a: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DD4A-0664-F522-6604-5FBF16EA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962230"/>
          </a:xfrm>
        </p:spPr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32704-F9D8-99A3-6F01-7C0D5171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052"/>
            <a:ext cx="10515600" cy="30381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Free apps dominate the Google Play Store.</a:t>
            </a:r>
          </a:p>
          <a:p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Category &amp; install trends guide market strategy.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Ratings and reviews strongly influence installs.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Power BI enables interactive and insightful analysis.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dashboard helps stakeholders make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data-driven decisions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app development and marketing.</a:t>
            </a:r>
          </a:p>
        </p:txBody>
      </p:sp>
    </p:spTree>
    <p:extLst>
      <p:ext uri="{BB962C8B-B14F-4D97-AF65-F5344CB8AC3E}">
        <p14:creationId xmlns:p14="http://schemas.microsoft.com/office/powerpoint/2010/main" val="1062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E494-A546-38E7-4839-ACAC388A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766916"/>
          </a:xfrm>
        </p:spPr>
        <p:txBody>
          <a:bodyPr>
            <a:normAutofit/>
          </a:bodyPr>
          <a:lstStyle/>
          <a:p>
            <a:pPr algn="l"/>
            <a:r>
              <a:rPr lang="en-IN" sz="4400" b="1" u="sng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1ACCF-1DD9-7FED-4B9D-20E474A31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934065"/>
            <a:ext cx="10515600" cy="2959509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Kaggle Datasets : </a:t>
            </a:r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https://www.kaggle.com/datasets/gauthamp10/google-playstore-apps</a:t>
            </a:r>
            <a:endParaRPr lang="en-I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974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237F-5155-BCF2-27C5-91960CE8B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17523"/>
            <a:ext cx="10515600" cy="1199536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B3B7-BC09-0229-2F5F-6FE10340D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2517059"/>
            <a:ext cx="10515600" cy="54077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Gmail : pramodnamitha954@gmail.com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B5667-140D-9848-E9BB-4A66B4AEED4A}"/>
              </a:ext>
            </a:extLst>
          </p:cNvPr>
          <p:cNvSpPr txBox="1"/>
          <p:nvPr/>
        </p:nvSpPr>
        <p:spPr>
          <a:xfrm>
            <a:off x="4627511" y="2905674"/>
            <a:ext cx="2949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LinkedIn</a:t>
            </a:r>
            <a:endParaRPr lang="en-IN" sz="32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890E1-E999-30C1-97B9-8A469112EE47}"/>
              </a:ext>
            </a:extLst>
          </p:cNvPr>
          <p:cNvSpPr txBox="1"/>
          <p:nvPr/>
        </p:nvSpPr>
        <p:spPr>
          <a:xfrm>
            <a:off x="6204155" y="2905674"/>
            <a:ext cx="1471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hlinkClick r:id="rId3"/>
              </a:rPr>
              <a:t> </a:t>
            </a:r>
            <a:r>
              <a:rPr lang="en-IN" sz="3200" dirty="0" err="1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Github</a:t>
            </a:r>
            <a:endParaRPr lang="en-I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05456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1481</TotalTime>
  <Words>728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Corbel</vt:lpstr>
      <vt:lpstr>Wingdings</vt:lpstr>
      <vt:lpstr>Basis</vt:lpstr>
      <vt:lpstr>Google Playstore – Apps Maintenance &amp; Marketting Analysis</vt:lpstr>
      <vt:lpstr>Introduction</vt:lpstr>
      <vt:lpstr>Objective Of The Project</vt:lpstr>
      <vt:lpstr>Data Set Overview</vt:lpstr>
      <vt:lpstr>Dataset</vt:lpstr>
      <vt:lpstr>Tools &amp; Techniques Used</vt:lpstr>
      <vt:lpstr>Analysis Criteria Used</vt:lpstr>
      <vt:lpstr>Connections</vt:lpstr>
      <vt:lpstr>Charts Used</vt:lpstr>
      <vt:lpstr>Analysis</vt:lpstr>
      <vt:lpstr>PowerPoint Presentation</vt:lpstr>
      <vt:lpstr>Suggestions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namitha k</dc:creator>
  <cp:lastModifiedBy>namitha k</cp:lastModifiedBy>
  <cp:revision>5</cp:revision>
  <dcterms:created xsi:type="dcterms:W3CDTF">2026-01-08T16:50:13Z</dcterms:created>
  <dcterms:modified xsi:type="dcterms:W3CDTF">2026-01-11T05:16:54Z</dcterms:modified>
</cp:coreProperties>
</file>